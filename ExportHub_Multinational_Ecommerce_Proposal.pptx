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ExportHub Global Commerce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Proposal &amp; Product Vision</a:t>
            </a:r>
          </a:p>
          <a:p>
            <a:r>
              <a:t>Multinational Export-Focused Ecommerce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scalable B2B/B2C export marketplace connecting manufacturers, exporters, warehouses, and global buyers.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Exporters struggle with fragmented logistics, inventory, multi-country pricing, and compliance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platform for product management, country-specific catalogs, warehouses, orders, payments, shipping, and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User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Exporters, Warehouse Managers, Country Administrators, Retail Buyers, Wholesale Buyers, Super Admins.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Multi-country storefronts</a:t>
            </a:r>
          </a:p>
          <a:p>
            <a:r>
              <a:t>Country-wise product visibility</a:t>
            </a:r>
          </a:p>
          <a:p>
            <a:r>
              <a:t>Warehouse mapping</a:t>
            </a:r>
          </a:p>
          <a:p>
            <a:r>
              <a:t>Multi-currency pricing</a:t>
            </a:r>
          </a:p>
          <a:p>
            <a:r>
              <a:t>Order management</a:t>
            </a:r>
          </a:p>
          <a:p>
            <a:r>
              <a:t>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Localized catalogs, local pricing, country-specific inventory, shipment tracking, and multilingual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 control, warehouse allocation, export compliance, product approvals, reporting, and promotions.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 + Admin Portal + Scalable API + Cloud Storage + Analytics +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Foundation</a:t>
            </a:r>
          </a:p>
          <a:p>
            <a:r>
              <a:t>Phase 2: Commerce Engine</a:t>
            </a:r>
          </a:p>
          <a:p>
            <a:r>
              <a:t>Phase 3: Logistics &amp; Warehouses</a:t>
            </a:r>
          </a:p>
          <a:p>
            <a:r>
              <a:t>Phase 4: Analytics &amp;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Timeline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Authentication: 4-5 days</a:t>
            </a:r>
          </a:p>
          <a:p>
            <a:r>
              <a:t>Product Management: 8-10 days</a:t>
            </a:r>
          </a:p>
          <a:p>
            <a:r>
              <a:t>Warehouse Management: 7-10 days</a:t>
            </a:r>
          </a:p>
          <a:p>
            <a:r>
              <a:t>Country Catalogs: 6-8 days</a:t>
            </a:r>
          </a:p>
          <a:p>
            <a:r>
              <a:t>Orders: 7-10 days</a:t>
            </a:r>
          </a:p>
          <a:p>
            <a:r>
              <a:t>Payments: 5-8 days</a:t>
            </a:r>
          </a:p>
          <a:p>
            <a:r>
              <a:t>Shipping: 6-10 days</a:t>
            </a:r>
          </a:p>
          <a:p>
            <a:r>
              <a:t>Analytics: 5-7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PM, 1 UI/UX Designer, 2 Full-Stack Developers, 1 QA Engineer.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Estimated 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MVP: 10-12 weeks</a:t>
            </a:r>
          </a:p>
          <a:p>
            <a:r>
              <a:t>Production Ready: 16-20 weeks</a:t>
            </a:r>
          </a:p>
          <a:p>
            <a:r>
              <a:t>Enterprise Scale: 24+ weeks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reach, reduced operational costs, centralized management, better customer experience, scalable growth.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 Workshop</a:t>
            </a:r>
          </a:p>
          <a:p>
            <a:r>
              <a:t>UI/UX Approval</a:t>
            </a:r>
          </a:p>
          <a:p>
            <a:r>
              <a:t>MVP Development</a:t>
            </a:r>
          </a:p>
          <a:p>
            <a:r>
              <a:t>Testing</a:t>
            </a:r>
          </a:p>
          <a:p>
            <a:r>
              <a:t>Launch</a:t>
            </a:r>
          </a:p>
          <a:p>
            <a:r>
              <a:t>Growth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