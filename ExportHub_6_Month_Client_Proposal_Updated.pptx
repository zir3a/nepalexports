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ExportHub Global Commerce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exporters, warehouses, and global buyers through one scalable commerce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export businesses need centralized inventory, logistics, pricing, and country-specific product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inventory</a:t>
            </a:r>
          </a:p>
          <a:p>
            <a:r>
              <a:t>Manual export processes</a:t>
            </a:r>
          </a:p>
          <a:p>
            <a:r>
              <a:t>Country-specific pricing issues</a:t>
            </a:r>
          </a:p>
          <a:p>
            <a:r>
              <a:t>Poor visibility across warehouses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Multi-country ecommerce platform with warehouse-based inventory and localized customer experiences.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Exporters</a:t>
            </a:r>
          </a:p>
          <a:p>
            <a:r>
              <a:t>Manufacturers</a:t>
            </a:r>
          </a:p>
          <a:p>
            <a:r>
              <a:t>Wholesale Buyers</a:t>
            </a:r>
          </a:p>
          <a:p>
            <a:r>
              <a:t>Retail Buyers</a:t>
            </a:r>
          </a:p>
          <a:p>
            <a:r>
              <a:t>Warehouse Managers</a:t>
            </a:r>
          </a:p>
          <a:p>
            <a:r>
              <a:t>Administrators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Storefront</a:t>
            </a:r>
          </a:p>
          <a:p>
            <a:r>
              <a:t>Admin Panel</a:t>
            </a:r>
          </a:p>
          <a:p>
            <a:r>
              <a:t>Warehouse System</a:t>
            </a:r>
          </a:p>
          <a:p>
            <a:r>
              <a:t>Orders</a:t>
            </a:r>
          </a:p>
          <a:p>
            <a:r>
              <a:t>Payments</a:t>
            </a:r>
          </a:p>
          <a:p>
            <a:r>
              <a:t>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Localized products</a:t>
            </a:r>
          </a:p>
          <a:p>
            <a:r>
              <a:t>Country-specific pricing</a:t>
            </a:r>
          </a:p>
          <a:p>
            <a:r>
              <a:t>Multi-currency support</a:t>
            </a:r>
          </a:p>
          <a:p>
            <a:r>
              <a:t>Order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warehouses</a:t>
            </a:r>
          </a:p>
          <a:p>
            <a:r>
              <a:t>Inventory sync</a:t>
            </a:r>
          </a:p>
          <a:p>
            <a:r>
              <a:t>Stock allocation</a:t>
            </a:r>
          </a:p>
          <a:p>
            <a:r>
              <a:t>Warehouse-based fulfillment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Product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only see products available in their country's assigned warehouse.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Multi-Currency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USD, GBP, EUR, NPR and custom regional pricing.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&amp; Fulfillment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 → Cart → Checkout → Payment → Warehouse Allocation → Shipment →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Stripe, PayPal, Bank Transfer, Shipping Integrations, Tracking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reports</a:t>
            </a:r>
          </a:p>
          <a:p>
            <a:r>
              <a:t>Country performance</a:t>
            </a:r>
          </a:p>
          <a:p>
            <a:r>
              <a:t>Warehouse performance</a:t>
            </a:r>
          </a:p>
          <a:p>
            <a:r>
              <a:t>Revenue dashboards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1–2</a:t>
            </a:r>
          </a:p>
          <a:p>
            <a:r>
              <a:t>Requirements, architecture, business workflow mapping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3–5</a:t>
            </a:r>
          </a:p>
          <a:p>
            <a:r>
              <a:t>UI/UX design, prototype, client approvals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Core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6–12</a:t>
            </a:r>
          </a:p>
          <a:p>
            <a:r>
              <a:t>Authentication, products, orders, CMS, customer accounts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Export &amp; Warehouses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13–17</a:t>
            </a:r>
          </a:p>
          <a:p>
            <a:r>
              <a:t>Warehouses, country visibility, pricing, shipping rules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5–7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18–24</a:t>
            </a:r>
          </a:p>
          <a:p>
            <a:r>
              <a:t>Payments, logistics, analytics, testing, deployment,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Timeline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Auth: 1 week</a:t>
            </a:r>
          </a:p>
          <a:p>
            <a:r>
              <a:t>Products: 2 weeks</a:t>
            </a:r>
          </a:p>
          <a:p>
            <a:r>
              <a:t>Warehouses: 2 weeks</a:t>
            </a:r>
          </a:p>
          <a:p>
            <a:r>
              <a:t>Orders: 2 weeks</a:t>
            </a:r>
          </a:p>
          <a:p>
            <a:r>
              <a:t>Payments: 1 week</a:t>
            </a:r>
          </a:p>
          <a:p>
            <a:r>
              <a:t>Analytics: 1 week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PM</a:t>
            </a:r>
          </a:p>
          <a:p>
            <a:r>
              <a:t>1 UI/UX Designer</a:t>
            </a:r>
          </a:p>
          <a:p>
            <a:r>
              <a:t>2 Full Stack Developers</a:t>
            </a:r>
          </a:p>
          <a:p>
            <a:r>
              <a:t>1 QA Engineer</a:t>
            </a:r>
          </a:p>
          <a:p>
            <a:r>
              <a:t>1 DevOps (Part-time)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</a:t>
            </a:r>
          </a:p>
          <a:p>
            <a:r>
              <a:t>MongoDB</a:t>
            </a:r>
          </a:p>
          <a:p>
            <a:r>
              <a:t>Vercel</a:t>
            </a:r>
          </a:p>
          <a:p>
            <a:r>
              <a:t>Cloud Storage Layer</a:t>
            </a:r>
          </a:p>
          <a:p>
            <a:r>
              <a:t>REST APIs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scalability</a:t>
            </a:r>
          </a:p>
          <a:p>
            <a:r>
              <a:t>Operational efficiency</a:t>
            </a:r>
          </a:p>
          <a:p>
            <a:r>
              <a:t>Centralized management</a:t>
            </a:r>
          </a:p>
          <a:p>
            <a:r>
              <a:t>Improved customer experience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recommendations</a:t>
            </a:r>
          </a:p>
          <a:p>
            <a:r>
              <a:t>Demand forecasting</a:t>
            </a:r>
          </a:p>
          <a:p>
            <a:r>
              <a:t>Supplier portal</a:t>
            </a:r>
          </a:p>
          <a:p>
            <a:r>
              <a:t>Mobile applications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 Launch in 4 Months</a:t>
            </a:r>
          </a:p>
          <a:p>
            <a:r>
              <a:t>Complete Platform in 6 Months</a:t>
            </a:r>
          </a:p>
          <a:p>
            <a:r>
              <a:t>Designed for international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